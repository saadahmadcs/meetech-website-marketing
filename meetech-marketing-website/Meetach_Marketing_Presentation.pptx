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Meetach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 Identity &amp; Gradient Direction</a:t>
            </a:r>
          </a:p>
          <a:p>
            <a:r>
              <a:t>Presented by: Creative Team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Meetach Marketing is a modern digital marketing agency brand focused on:</a:t>
            </a:r>
          </a:p>
          <a:p>
            <a:r>
              <a:t>- Creative digital solutions</a:t>
            </a:r>
          </a:p>
          <a:p>
            <a:r>
              <a:t>- Social media marketing</a:t>
            </a:r>
          </a:p>
          <a:p>
            <a:r>
              <a:t>- Brand growth &amp; strategy</a:t>
            </a:r>
          </a:p>
          <a:p>
            <a:r>
              <a:t>- Modern tech-driven identity</a:t>
            </a:r>
          </a:p>
          <a:p/>
          <a:p>
            <a:r>
              <a:t>Goal: Bold, modern and memorable visual identity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brand represents:</a:t>
            </a:r>
          </a:p>
          <a:p>
            <a:r>
              <a:t>- Innovation</a:t>
            </a:r>
          </a:p>
          <a:p>
            <a:r>
              <a:t>- Growth &amp; performance</a:t>
            </a:r>
          </a:p>
          <a:p>
            <a:r>
              <a:t>- Creativity</a:t>
            </a:r>
          </a:p>
          <a:p>
            <a:r>
              <a:t>- Digital transformation</a:t>
            </a:r>
          </a:p>
          <a:p/>
          <a:p>
            <a:r>
              <a:t>We chose a gradient-based identity to reflect modern digital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Gradient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#C448FF (Purple – Creativity &amp; luxury)</a:t>
            </a:r>
          </a:p>
          <a:p>
            <a:r>
              <a:t>- #905AFF (Violet – Modern tech feel)</a:t>
            </a:r>
          </a:p>
          <a:p>
            <a:r>
              <a:t>- #74EBF1 (Cyan – Growth &amp; freshness)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in:</a:t>
            </a:r>
          </a:p>
          <a:p>
            <a:r>
              <a:t>- Logo design</a:t>
            </a:r>
          </a:p>
          <a:p>
            <a:r>
              <a:t>- Website hero section</a:t>
            </a:r>
          </a:p>
          <a:p>
            <a:r>
              <a:t>- Social media posts</a:t>
            </a:r>
          </a:p>
          <a:p>
            <a:r>
              <a:t>- Branding elements</a:t>
            </a:r>
          </a:p>
          <a:p/>
          <a:p>
            <a:r>
              <a:t>Style: Smooth blending, premium glow, modern feel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Example:</a:t>
            </a:r>
          </a:p>
          <a:p>
            <a:r>
              <a:t>background: linear-gradient(90deg, #C448FF, #905AFF, #74EBF1);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Dark + neon contrast backgrounds</a:t>
            </a:r>
          </a:p>
          <a:p>
            <a:r>
              <a:t>- Soft glow effects</a:t>
            </a:r>
          </a:p>
          <a:p>
            <a:r>
              <a:t>- Clean modern typography</a:t>
            </a:r>
          </a:p>
          <a:p>
            <a:r>
              <a:t>- Minimal premium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identity represents a future-ready marketing brand combining:</a:t>
            </a:r>
          </a:p>
          <a:p>
            <a:r>
              <a:t>Creativity + Technology +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